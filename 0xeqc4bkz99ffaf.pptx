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Platypi Medium"/>
      <p:regular r:id="rId8"/>
    </p:embeddedFont>
    <p:embeddedFont>
      <p:font typeface="Platypi Medium"/>
      <p:regular r:id="rId9"/>
    </p:embeddedFont>
    <p:embeddedFont>
      <p:font typeface="Platypi Medium"/>
      <p:regular r:id="rId10"/>
    </p:embeddedFont>
    <p:embeddedFont>
      <p:font typeface="Platypi Medium"/>
      <p:regular r:id="rId11"/>
    </p:embeddedFont>
    <p:embeddedFont>
      <p:font typeface="Source Serif 4"/>
      <p:regular r:id="rId12"/>
    </p:embeddedFont>
    <p:embeddedFont>
      <p:font typeface="Source Serif 4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7261" y="278309"/>
            <a:ext cx="1938189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endParaRPr lang="en-US" sz="1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261" y="605358"/>
            <a:ext cx="4259759" cy="425975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61" y="605358"/>
            <a:ext cx="4259759" cy="4259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2026-05-06T18:13:21Z</dcterms:created>
  <dcterms:modified xsi:type="dcterms:W3CDTF">2026-05-06T18:13:21Z</dcterms:modified>
</cp:coreProperties>
</file>